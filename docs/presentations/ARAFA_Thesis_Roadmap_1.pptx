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Thesis Roadmap: Building on ARAFA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Christophe's thesis already covered, and where this thesis can extend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4892040"/>
          </a:xfrm>
          <a:prstGeom prst="roundRect">
            <a:avLst>
              <a:gd name="adj" fmla="val 2243"/>
            </a:avLst>
          </a:prstGeom>
          <a:solidFill>
            <a:srgbClr val="F3F5FC"/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1508760"/>
            <a:ext cx="5577840" cy="4892040"/>
          </a:xfrm>
          <a:prstGeom prst="roundRect">
            <a:avLst>
              <a:gd name="adj" fmla="val 2243"/>
            </a:avLst>
          </a:prstGeom>
          <a:solidFill>
            <a:srgbClr val="FFF9EC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91109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7647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Done — Christophe's Thesis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" y="251460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7"/>
          <p:cNvSpPr/>
          <p:nvPr/>
        </p:nvSpPr>
        <p:spPr>
          <a:xfrm>
            <a:off x="960120" y="239572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ARAFA dataset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960120" y="267004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181,976 Arabic claim-evidence pairs generated automatically from Wikipedia using GPT-4o (generation + refutation) and Claude Sonnet 3.5 (validation).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47472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335584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comes with its evidence attached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60120" y="363016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is always handed to the model — it never has to search for it. So models only learn to judge a claim against evidence already given, not to find evidence on their own.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443484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431596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4 models on the full dataset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960120" y="459028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AraBERTv2, AraModernBert, Llama-3.1-8B, Qwen2.5-7B — tested only on ARAFA's own synthetic claims.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5394960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52760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result: 77% macro-F1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60120" y="55504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models are strong on ‘supported’ claims but weak on ‘not enough info’; generative models show the opposite pattern.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rgbClr val="D6A419"/>
          </a:solidFill>
          <a:ln/>
        </p:spPr>
      </p:sp>
      <p:pic>
        <p:nvPicPr>
          <p:cNvPr id="22" name="Image 1" descr="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88" y="1911096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040880" y="176479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Ideas for This Thesis</a:t>
            </a:r>
            <a:endParaRPr lang="en-US" sz="1700" dirty="0"/>
          </a:p>
        </p:txBody>
      </p:sp>
      <p:sp>
        <p:nvSpPr>
          <p:cNvPr id="24" name="Shape 20"/>
          <p:cNvSpPr/>
          <p:nvPr/>
        </p:nvSpPr>
        <p:spPr>
          <a:xfrm>
            <a:off x="6400800" y="2514600"/>
            <a:ext cx="109728" cy="109728"/>
          </a:xfrm>
          <a:prstGeom prst="ellipse">
            <a:avLst/>
          </a:prstGeom>
          <a:solidFill>
            <a:srgbClr val="D6A419"/>
          </a:solidFill>
          <a:ln/>
        </p:spPr>
      </p:sp>
      <p:sp>
        <p:nvSpPr>
          <p:cNvPr id="25" name="Text 21"/>
          <p:cNvSpPr/>
          <p:nvPr/>
        </p:nvSpPr>
        <p:spPr>
          <a:xfrm>
            <a:off x="6629400" y="239572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Ensemble of the two model types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629400" y="267004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encoder and generative models so each handles what it's best at — aiming to beat the 77% F1 baseline.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400800" y="3474720"/>
            <a:ext cx="109728" cy="109728"/>
          </a:xfrm>
          <a:prstGeom prst="ellipse">
            <a:avLst/>
          </a:prstGeom>
          <a:solidFill>
            <a:srgbClr val="D6A419"/>
          </a:solidFill>
          <a:ln/>
        </p:spPr>
      </p:sp>
      <p:sp>
        <p:nvSpPr>
          <p:cNvPr id="28" name="Text 24"/>
          <p:cNvSpPr/>
          <p:nvPr/>
        </p:nvSpPr>
        <p:spPr>
          <a:xfrm>
            <a:off x="6629400" y="33558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 on real-world claims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6629400" y="363016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models trained on ARAFA's synthetic claims still work on real datasets (AraFacts, AuRED).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0" y="4434840"/>
            <a:ext cx="109728" cy="109728"/>
          </a:xfrm>
          <a:prstGeom prst="ellipse">
            <a:avLst/>
          </a:prstGeom>
          <a:solidFill>
            <a:srgbClr val="D6A419"/>
          </a:solidFill>
          <a:ln/>
        </p:spPr>
      </p:sp>
      <p:sp>
        <p:nvSpPr>
          <p:cNvPr id="31" name="Text 27"/>
          <p:cNvSpPr/>
          <p:nvPr/>
        </p:nvSpPr>
        <p:spPr>
          <a:xfrm>
            <a:off x="6629400" y="431596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a retrieval step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629400" y="45902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model find its own evidence from Wikipedia first, instead of always being handed it — closer to real fact-checking.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6400800" y="5394960"/>
            <a:ext cx="109728" cy="109728"/>
          </a:xfrm>
          <a:prstGeom prst="ellipse">
            <a:avLst/>
          </a:prstGeom>
          <a:solidFill>
            <a:srgbClr val="D6A419"/>
          </a:solidFill>
          <a:ln/>
        </p:spPr>
      </p:sp>
      <p:sp>
        <p:nvSpPr>
          <p:cNvPr id="34" name="Text 30"/>
          <p:cNvSpPr/>
          <p:nvPr/>
        </p:nvSpPr>
        <p:spPr>
          <a:xfrm>
            <a:off x="6629400" y="527608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Audit for shortcut learning</a:t>
            </a:r>
            <a:endParaRPr lang="en-US" sz="1350" dirty="0"/>
          </a:p>
        </p:txBody>
      </p:sp>
      <p:sp>
        <p:nvSpPr>
          <p:cNvPr id="35" name="Text 31"/>
          <p:cNvSpPr/>
          <p:nvPr/>
        </p:nvSpPr>
        <p:spPr>
          <a:xfrm>
            <a:off x="6629400" y="55504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models are just spotting patterns in how claims were mutated, rather than truly reasoning against evidence.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 · STEP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the ARAFA Dataset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4709160"/>
          </a:xfrm>
          <a:prstGeom prst="roundRect">
            <a:avLst>
              <a:gd name="adj" fmla="val 3243"/>
            </a:avLst>
          </a:prstGeom>
          <a:solidFill>
            <a:srgbClr val="F3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181,976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claim-evidence pairs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6733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54533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automated, no manual annotation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61688" y="189280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from ~10,000 Arabic Wikipedia pages using GPT-4o — no human had to write or label a single claim.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69080" y="285064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272262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labels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61688" y="307009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111,303 supported · 42,109 refuted · 28,564 not-enough-info (NEI).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40279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4361688" y="389991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an LLM judge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61688" y="424738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3.5 checked every claim against its evidence, reaching 86% accuracy on supported claims and 88% on refuted ones.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520522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4361688" y="507720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human agreement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61688" y="542467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annotators agreed with each other at κ = 0.89–0.94, confirming the dataset is high quality.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 · KEY LIMITATION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Is Always Given, Never Found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4709160"/>
          </a:xfrm>
          <a:prstGeom prst="roundRect">
            <a:avLst>
              <a:gd name="adj" fmla="val 3243"/>
            </a:avLst>
          </a:prstGeom>
          <a:solidFill>
            <a:srgbClr val="F3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steps required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6733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54533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comes from the same source as the claim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61688" y="189280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is generated directly from a Wikipedia chunk, and the evidence is extracted from that same chunk — so it's handed to the model up front.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69080" y="285064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272262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only learn to ‘judge’, not to ‘search’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61688" y="307009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in the paper is tested on deciding if given evidence supports a claim — never on finding the right evidence in the first place.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40279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4361688" y="389991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fact-checking is ‘retrieve-then-verify’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61688" y="424738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world, a fact-checker first has to search for relevant evidence. This dataset only covers the second half of that process.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520522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4361688" y="507720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listed but untouched goal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61688" y="542467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lists ‘evidence retrieval’ as a keyword, but no retrieval step is ever built or tested.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 · STEP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4 Models on the Dataset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4709160"/>
          </a:xfrm>
          <a:prstGeom prst="roundRect">
            <a:avLst>
              <a:gd name="adj" fmla="val 3243"/>
            </a:avLst>
          </a:prstGeom>
          <a:solidFill>
            <a:srgbClr val="F3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fine-tuned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6733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54533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encoder-based models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61688" y="189280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AraBERTv2 and AraModernBert — classify a claim and its evidence together as one input.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69080" y="285064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272262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generative models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61688" y="307009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 and Qwen2.5-7B, fine-tuned with LoRA, a lightweight and cheaper fine-tuning method.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40279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4361688" y="389991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tested properly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61688" y="424738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were trained on 90% of ARAFA's 182K pairs, then tested on a separate 400-pair, human-checked test set.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520522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4361688" y="507720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part most people assume is ‘the thesis’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61688" y="542467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it's already been done and published — so repeating it would not be a new contribution.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DONE · RESULT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Result: 77% Macro-F1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4709160"/>
          </a:xfrm>
          <a:prstGeom prst="roundRect">
            <a:avLst>
              <a:gd name="adj" fmla="val 3243"/>
            </a:avLst>
          </a:prstGeom>
          <a:solidFill>
            <a:srgbClr val="F3F5F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0116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macro-F1 (AraModernBert)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6733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54533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excel at ‘supported’ claims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61688" y="189280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AraBERTv2 and AraModernBert reach 87–88% F1 on supported claims, but drop to just 51–52% on ‘not enough info’.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69080" y="285064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272262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models show the opposite pattern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61688" y="307009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 and Qwen2.5-7B reach 85–89% F1 on ‘not enough info’, but Llama drops to only 47% on supported claims.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40279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17" name="Text 14"/>
          <p:cNvSpPr/>
          <p:nvPr/>
        </p:nvSpPr>
        <p:spPr>
          <a:xfrm>
            <a:off x="4361688" y="389991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is good at everything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61688" y="424738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architecture has a clear, consistent blind spot — this isn't random noise, it repeats across both model types.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520522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4361688" y="507720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the opening for Idea #1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61688" y="542467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even says an ensemble “might be the most effective approach” — but never builds one. See the next slide.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IDEA ·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of the Two Model Types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4709160"/>
          </a:xfrm>
          <a:prstGeom prst="roundRect">
            <a:avLst>
              <a:gd name="adj" fmla="val 3243"/>
            </a:avLst>
          </a:prstGeom>
          <a:solidFill>
            <a:srgbClr val="FFF9E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011680"/>
            <a:ext cx="822960" cy="822960"/>
          </a:xfrm>
          <a:prstGeom prst="ellipse">
            <a:avLst/>
          </a:prstGeom>
          <a:solidFill>
            <a:srgbClr val="D6A419"/>
          </a:solidFill>
          <a:ln/>
        </p:spPr>
      </p:sp>
      <p:pic>
        <p:nvPicPr>
          <p:cNvPr id="6" name="Image 0" descr="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Beat 77%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model strengths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6733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54533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61688" y="189280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system that routes each claim to whichever model type handles it best — encoders for ‘supported’, generative models for ‘not enough info’.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69080" y="285064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272262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doing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61688" y="307009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own results show this complementary pattern clearly, but the authors never test combining the models.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40279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7" name="Text 14"/>
          <p:cNvSpPr/>
          <p:nvPr/>
        </p:nvSpPr>
        <p:spPr>
          <a:xfrm>
            <a:off x="4361688" y="389991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would work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61688" y="424738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small gating or meta-classifier that looks at both models' predictions and decides which one to trust for each claim.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520522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20" name="Text 17"/>
          <p:cNvSpPr/>
          <p:nvPr/>
        </p:nvSpPr>
        <p:spPr>
          <a:xfrm>
            <a:off x="4361688" y="507720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and risk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61688" y="542467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— it reuses the four models already fine-tuned in the paper, so no new dataset or expensive training is needed.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IDEA ·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on Real-World Claims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4709160"/>
          </a:xfrm>
          <a:prstGeom prst="roundRect">
            <a:avLst>
              <a:gd name="adj" fmla="val 3243"/>
            </a:avLst>
          </a:prstGeom>
          <a:solidFill>
            <a:srgbClr val="FFF9E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011680"/>
            <a:ext cx="822960" cy="822960"/>
          </a:xfrm>
          <a:prstGeom prst="ellipse">
            <a:avLst/>
          </a:prstGeom>
          <a:solidFill>
            <a:srgbClr val="D6A419"/>
          </a:solidFill>
          <a:ln/>
        </p:spPr>
      </p:sp>
      <p:pic>
        <p:nvPicPr>
          <p:cNvPr id="6" name="Image 0" descr="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Claims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AraFacts · AraStance · AuRED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6733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54533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61688" y="189280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a model trained on ARAFA's synthetic claims still performs well on real claims that real people actually make.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69080" y="285064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272262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doing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61688" y="307009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ARAFA's claims are all LLM-generated in one consistent, formal style — quite different from real news or social media claims.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40279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7" name="Text 14"/>
          <p:cNvSpPr/>
          <p:nvPr/>
        </p:nvSpPr>
        <p:spPr>
          <a:xfrm>
            <a:off x="4361688" y="389991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would work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61688" y="424738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ARAFA-trained models directly on existing real Arabic fact-checking datasets, without any retraining first (zero-shot).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520522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20" name="Text 17"/>
          <p:cNvSpPr/>
          <p:nvPr/>
        </p:nvSpPr>
        <p:spPr>
          <a:xfrm>
            <a:off x="4361688" y="507720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bonus test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61688" y="542467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check if ARAFA plus a little real data beats real data alone — this shows whether ARAFA is genuinely useful in practice.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IDEA · #3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Retrieval Step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4709160"/>
          </a:xfrm>
          <a:prstGeom prst="roundRect">
            <a:avLst>
              <a:gd name="adj" fmla="val 3243"/>
            </a:avLst>
          </a:prstGeom>
          <a:solidFill>
            <a:srgbClr val="FFF9E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011680"/>
            <a:ext cx="822960" cy="822960"/>
          </a:xfrm>
          <a:prstGeom prst="ellipse">
            <a:avLst/>
          </a:prstGeom>
          <a:solidFill>
            <a:srgbClr val="D6A419"/>
          </a:solidFill>
          <a:ln/>
        </p:spPr>
      </p:sp>
      <p:pic>
        <p:nvPicPr>
          <p:cNvPr id="6" name="Image 0" descr="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Step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evidence, then verify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6733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54533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61688" y="189280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ARAFA into a full pipeline: given only a claim, the model must first find the right evidence from Wikipedia, then verify it.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69080" y="285064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272262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doing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61688" y="307009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directly fixes the biggest limitation in the original paper — evidence is never actually searched for (see slide 3).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40279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7" name="Text 14"/>
          <p:cNvSpPr/>
          <p:nvPr/>
        </p:nvSpPr>
        <p:spPr>
          <a:xfrm>
            <a:off x="4361688" y="389991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would work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61688" y="424738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ARAFA claim already keeps track of its source Wikipedia chunk, so that chunk can become the ‘correct answer’ for a retrieval step.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520522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20" name="Text 17"/>
          <p:cNvSpPr/>
          <p:nvPr/>
        </p:nvSpPr>
        <p:spPr>
          <a:xfrm>
            <a:off x="4361688" y="507720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and risk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61688" y="542467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careful engineering — lower risk, and it's a solid contribution on its own even before the verification step is touched.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6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IDEA · #4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for Shortcut Learning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383280" cy="4709160"/>
          </a:xfrm>
          <a:prstGeom prst="roundRect">
            <a:avLst>
              <a:gd name="adj" fmla="val 3243"/>
            </a:avLst>
          </a:prstGeom>
          <a:solidFill>
            <a:srgbClr val="FFF9EC"/>
          </a:solidFill>
          <a:ln/>
        </p:spPr>
      </p:sp>
      <p:sp>
        <p:nvSpPr>
          <p:cNvPr id="5" name="Shape 3"/>
          <p:cNvSpPr/>
          <p:nvPr/>
        </p:nvSpPr>
        <p:spPr>
          <a:xfrm>
            <a:off x="1737360" y="2011680"/>
            <a:ext cx="822960" cy="822960"/>
          </a:xfrm>
          <a:prstGeom prst="ellipse">
            <a:avLst/>
          </a:prstGeom>
          <a:solidFill>
            <a:srgbClr val="D6A419"/>
          </a:solidFill>
          <a:ln/>
        </p:spPr>
      </p:sp>
      <p:pic>
        <p:nvPicPr>
          <p:cNvPr id="6" name="Image 0" descr="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22219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063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38328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6A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Shortcut Learning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4297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refutation patterns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69080" y="167335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1" name="Text 8"/>
          <p:cNvSpPr/>
          <p:nvPr/>
        </p:nvSpPr>
        <p:spPr>
          <a:xfrm>
            <a:off x="4361688" y="154533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361688" y="189280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whether models are really reading the evidence, or just recognizing patterns in how false claims were created.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69080" y="285064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4" name="Text 11"/>
          <p:cNvSpPr/>
          <p:nvPr/>
        </p:nvSpPr>
        <p:spPr>
          <a:xfrm>
            <a:off x="4361688" y="272262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worth doing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361688" y="307009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claims in ARAFA were made using only 5 fixed ‘mutation’ tricks (e.g. changing a date, a number, a relationship) — models might learn to spot the trick instead of reasoning.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402793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17" name="Text 14"/>
          <p:cNvSpPr/>
          <p:nvPr/>
        </p:nvSpPr>
        <p:spPr>
          <a:xfrm>
            <a:off x="4361688" y="389991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would work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361688" y="424738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‘claim-only’ test — hide the evidence completely and see if the model can still guess correctly. If it can, that's a red flag.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069080" y="520522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D6A419"/>
          </a:solidFill>
          <a:ln/>
        </p:spPr>
      </p:sp>
      <p:sp>
        <p:nvSpPr>
          <p:cNvPr id="20" name="Text 17"/>
          <p:cNvSpPr/>
          <p:nvPr/>
        </p:nvSpPr>
        <p:spPr>
          <a:xfrm>
            <a:off x="4361688" y="5077206"/>
            <a:ext cx="7342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bonus result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361688" y="5424678"/>
            <a:ext cx="7342632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results down by mutation type shows exactly which kinds of false claims are genuinely hard versus easy giveaways.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2026-08-20T07:25:32Z</dcterms:created>
  <dcterms:modified xsi:type="dcterms:W3CDTF">2026-08-20T07:25:32Z</dcterms:modified>
</cp:coreProperties>
</file>