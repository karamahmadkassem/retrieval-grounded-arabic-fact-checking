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383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EXECUTION FRAMEWORK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Retrieval-Grounded Arabic Fact-Checking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plan: from dataset recovery to a released retrieval benchmark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Karam Ahmad Kassem  ·  Advisor: Dr. Shady Elbassuoni  ·  American University of Beirut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Framework,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sequential phases — each one builds on and validates the one before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33756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4871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3756" y="2999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79476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33956" y="3003804"/>
            <a:ext cx="384048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318004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248716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18004" y="2999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363724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918204" y="3003804"/>
            <a:ext cx="384048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302252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8716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02252" y="2999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347972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Retrieval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902452" y="3003804"/>
            <a:ext cx="384048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286500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2487168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86500" y="2999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332220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886700" y="3003804"/>
            <a:ext cx="384048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8270748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4816" y="2487168"/>
            <a:ext cx="512064" cy="5120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70748" y="2999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8316468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870948" y="3003804"/>
            <a:ext cx="384048" cy="164592"/>
          </a:xfrm>
          <a:prstGeom prst="rightArrow">
            <a:avLst/>
          </a:prstGeom>
          <a:solidFill>
            <a:srgbClr val="D9D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10254996" y="2286000"/>
            <a:ext cx="1600200" cy="16002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icon_fla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9064" y="2487168"/>
            <a:ext cx="512064" cy="5120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254996" y="29992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10300716" y="33101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Writing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contribution: Phase 1 (Retrieval Layer)   ·   Phases 3–4 make the result trustworthy   ·   Phase 5 ships it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1097280" y="5212080"/>
            <a:ext cx="9994392" cy="1051560"/>
          </a:xfrm>
          <a:prstGeom prst="roundRect">
            <a:avLst>
              <a:gd name="adj" fmla="val 8696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1417320" y="534924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framework answers: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1417320" y="5623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find its own evidence for an Arabic claim — not just judge evidence it's handed — and can we prove the answer it gives is actually grounded in what it retrieved?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Weeks 1–3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Recovery — Confirm the Foundation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18928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20894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31912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Usable Data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raw materials actually support the plan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86200" y="15361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86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1688" y="14538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inspect ARAFA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61688" y="1746504"/>
            <a:ext cx="7342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dataset from Zenodo. Confirm each claim still links to its original Wikipedia source chunk, and that the refutation mutation-type label is preserved.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86200" y="29077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28254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clean Arabic Wikipedia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61688" y="3118104"/>
            <a:ext cx="7342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full dump, strip templates/links/category tags — same preprocessing ARAFA's own paper used.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86200" y="42793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8620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61688" y="41970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compute access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61688" y="4489704"/>
            <a:ext cx="7342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cluster access with Dr. Shady, or set up a rented GPU (Octopus/Colab) as a fallback for later phases.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580644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FFF9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1792" y="5943600"/>
            <a:ext cx="420624" cy="42062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044184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58887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697480" y="58887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confirmed, usable dataset + a cleaned Wikipedia corpus ready to be chunked into passages.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Weeks 4–11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Evaluate the Retrieval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18928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20894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31912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main, reusable piece of this thesis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86200" y="15361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86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1688" y="14538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Wikipedia into passages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61688" y="1746504"/>
            <a:ext cx="7342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retrieval-sized passages (~100–400 words), separate from ARAFA's larger generation-time chunks.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86200" y="235915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227685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claim to its gold passage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61688" y="2569464"/>
            <a:ext cx="7342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ARAFA's preserved source-chunk metadata to establish ground truth for every claim.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86200" y="318211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8620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61688" y="309981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BM25 + dense + hybrid retrieval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61688" y="3392424"/>
            <a:ext cx="7342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index (BM25), dense index (multilingual embeddings via FAISS), and a fused hybrid version.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886200" y="400507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86200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61688" y="392277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on its own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361688" y="4215384"/>
            <a:ext cx="7342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Recall@1/5/10 and MRR against the known gold passage — before verification is even touched.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886200" y="482803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886200" y="4828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361688" y="474573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(Stretch) Fine-tune the retriever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361688" y="5038344"/>
            <a:ext cx="7342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allows, fine-tune a bi-encoder on claim→gold-passage pairs with hard negatives.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57200" y="580644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FFF9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21792" y="5943600"/>
            <a:ext cx="420624" cy="42062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044184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234440" y="58887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2697480" y="58887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benchmarked, released retrieval index — the artifact future researchers can reuse directly.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Weeks 12–15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Claims Using Retrieved Evidence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18928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20894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31912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vs.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Gap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what retrieval errors actually cost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86200" y="15361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86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1688" y="14538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the verification models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61688" y="17465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or retrain AraBERTv2, AraModernBert, Llama-3.1-8B, and Qwen2.5-7B under comparable settings.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86200" y="25648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25648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24825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oracle setting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61688" y="27752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evidence given directly — this reproduces the original ARAFA paper's 77% F1 ceiling.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86200" y="35935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862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61688" y="35112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 setting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61688" y="38039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claims, but evidence now comes from Phase 1's retriever — with real retrieval errors included.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886200" y="46222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86200" y="4622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61688" y="45399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361688" y="48326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performance gap — this number is the honest cost of removing the oracle assumption.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580644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FFF9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1792" y="5943600"/>
            <a:ext cx="420624" cy="42062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044184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234440" y="58887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697480" y="58887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quantified table: verification performance with gold evidence vs. with retrieved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Weeks 16–19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Ensemble Verifier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18928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20894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31912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 the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Model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complementary strengths under real conditions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86200" y="15361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86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1688" y="14538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per-claim signals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61688" y="1746504"/>
            <a:ext cx="7342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each model's prediction, confidence, and the retriever's confidence score for every claim.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86200" y="29077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28254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gating / meta-classifier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61688" y="3118104"/>
            <a:ext cx="7342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model (logistic regression or small NN) that learns which verifier to trust per claim.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86200" y="42793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8620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61688" y="41970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under the pipeline setting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61688" y="4489704"/>
            <a:ext cx="7342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ensemble against the strongest single model — specifically where evidence is imperfect, since that's where the gap should matter most.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580644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FFF9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1792" y="5943600"/>
            <a:ext cx="420624" cy="42062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044184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234440" y="58887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697480" y="58887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model shown to outperform any single verifier once evidence is retrieved, not given.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Weeks 20–22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for Shortcut Learning &amp; Evidence Attribution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18928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20894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31912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It's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Reasoning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results reflect evidence use, not memorization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86200" y="15361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86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1688" y="14538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baseline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61688" y="17465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evidence entirely — how much accuracy comes from memorized knowledge alone?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86200" y="25648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25648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24825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Retrieval-success split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61688" y="27752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 on claims where retrieval found the right passage vs. where it didn't.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86200" y="35935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862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61688" y="35112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&amp; counterfactual tests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61688" y="38039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random passage, then a contradicting one — does the model's answer actually change?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886200" y="46222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86200" y="4622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61688" y="45399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Per-mutation-type breakdown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361688" y="48326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refutation accuracy across all 5 mutation strategies to flag which are genuinely hard vs. easy giveaways.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580644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FFF9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1792" y="5943600"/>
            <a:ext cx="420624" cy="42062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044184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234440" y="58887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697480" y="58887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attribution protocol proving — or disproving — that the model is truly evidence-grounded.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Weeks 23–28+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Integration, Writing &amp; Release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91640" y="18928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20894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986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319125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System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usable pipeline, not just isolated experiments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86200" y="15361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8620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61688" y="14538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 into one pipeline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61688" y="17465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 → retrieved evidence → verification label → confidence score, end to end.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86200" y="25648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86200" y="25648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1688" y="24825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final full-pipeline evaluation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61688" y="27752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set of headline numbers covering retrieval, verification, and the ensemble together.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86200" y="35935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862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61688" y="35112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code, index &amp; eval scripts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61688" y="38039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release so the retrieval benchmark is actually reusable by others — not just described in the thesis.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886200" y="4622292"/>
            <a:ext cx="329184" cy="32918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886200" y="46222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61688" y="4539996"/>
            <a:ext cx="7342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and prepare defense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361688" y="4832604"/>
            <a:ext cx="73426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thesis document, results discussion, and defense materials.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580644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FFF9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1792" y="5943600"/>
            <a:ext cx="420624" cy="420624"/>
          </a:xfrm>
          <a:prstGeom prst="ellipse">
            <a:avLst/>
          </a:prstGeom>
          <a:solidFill>
            <a:srgbClr val="D6A41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icon_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044184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234440" y="58887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2697480" y="588873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completed thesis, plus a public, reusable Arabic retrieval-augmented fact-checking benchmark.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28 weeks (~7 months) end to end — adjustable based on cluster access and scope decisions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764792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9788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0-1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134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134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386584"/>
            <a:ext cx="80467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27080" y="2313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93522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on 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008376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293522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3-4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570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570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3630168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35570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4-6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788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178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Audit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4251960"/>
            <a:ext cx="301752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9788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6-8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8006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Writing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873752"/>
            <a:ext cx="60350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15400" y="4800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8-10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650992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3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56509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check-ins with Dr. Shady are suggested at the end of each phase — confirming direction before moving to the next reduces the risk of rework.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1003</Words>
  <Application>Microsoft Office PowerPoint</Application>
  <PresentationFormat>Widescreen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Karam Ahmad Kassem (Student)</cp:lastModifiedBy>
  <cp:revision>3</cp:revision>
  <dcterms:created xsi:type="dcterms:W3CDTF">2026-08-27T07:03:40Z</dcterms:created>
  <dcterms:modified xsi:type="dcterms:W3CDTF">2026-08-27T12:32:34Z</dcterms:modified>
</cp:coreProperties>
</file>